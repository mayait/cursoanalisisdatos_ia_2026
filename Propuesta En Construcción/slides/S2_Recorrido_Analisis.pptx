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2: recorrido guiado de un análisis completo en Colab, de principio 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Anclar la idea central del curso: el análisis existe para habilitar una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mapa completo antes de entrar al detalle. Cada paso vuelve a aparecer durante 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componentes de una buena pregunta de negocio. Es el corazón del Deber 1 (ficha de análisis).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cargar la base, head, info, shape. Luego dos o tres gráficos exploratorios rápidos.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verificación es lo que distingue un análisis profesional. Esta lista vuelve en cada deber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formato hallazgo → implicación → acción es el estándar de todos los entregables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reglas del juego y pasar al cuaderno de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5440680"/>
            <a:ext cx="7223760" cy="0"/>
          </a:xfrm>
          <a:prstGeom prst="line">
            <a:avLst/>
          </a:prstGeom>
          <a:noFill/>
          <a:ln w="19050">
            <a:solidFill>
              <a:srgbClr val="2632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228" y="5302788"/>
            <a:ext cx="275783" cy="2757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39696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80" y="5302788"/>
            <a:ext cx="275783" cy="2757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84448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732" y="5302788"/>
            <a:ext cx="275783" cy="27578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29200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484" y="5302788"/>
            <a:ext cx="275783" cy="27578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473952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236" y="5302788"/>
            <a:ext cx="275783" cy="27578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918704" y="5175504"/>
            <a:ext cx="530352" cy="530352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988" y="5302788"/>
            <a:ext cx="275783" cy="275783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9436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 2003 · ANÁLISIS DE DATOS CON IA · SESIÓN 2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566928" y="17830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de</a:t>
            </a:r>
            <a:endParaRPr lang="en-US" sz="5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análisis</a:t>
            </a:r>
            <a:endParaRPr lang="en-US" sz="5800" dirty="0"/>
          </a:p>
        </p:txBody>
      </p:sp>
      <p:sp>
        <p:nvSpPr>
          <p:cNvPr id="17" name="Text 9"/>
          <p:cNvSpPr txBox="1"/>
          <p:nvPr/>
        </p:nvSpPr>
        <p:spPr>
          <a:xfrm>
            <a:off x="5943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pregunta a la recomendación</a:t>
            </a:r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965960"/>
            <a:ext cx="2103120" cy="2103120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09" y="2470709"/>
            <a:ext cx="1093622" cy="10936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1554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análisis no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en los datos.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429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en una decisión.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120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nadie va a decidir nada distinto con la respuesta, la pregunta no vale el análisis.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pasos, un solo recorrido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7492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3796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6132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140" y="2892064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0644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35508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decisión habilita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91156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37460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9796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04" y="2892064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64308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519172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y conocer la base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274820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21124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23460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468" y="2892064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47972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402836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y sorpresas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58484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04788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707124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132" y="2892064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31636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286500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con evidencia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042148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188452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590788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796" y="2892064"/>
            <a:ext cx="342351" cy="34235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115300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170164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cómo estar mal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925812" y="1965960"/>
            <a:ext cx="1755648" cy="2880360"/>
          </a:xfrm>
          <a:prstGeom prst="roundRect">
            <a:avLst>
              <a:gd name="adj" fmla="val 4688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072116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0474452" y="2734056"/>
            <a:ext cx="658368" cy="658368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2460" y="2892064"/>
            <a:ext cx="342351" cy="342351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998964" y="3520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450" dirty="0"/>
          </a:p>
        </p:txBody>
      </p:sp>
      <p:sp>
        <p:nvSpPr>
          <p:cNvPr id="39" name="Text 31"/>
          <p:cNvSpPr txBox="1"/>
          <p:nvPr/>
        </p:nvSpPr>
        <p:spPr>
          <a:xfrm>
            <a:off x="10053828" y="38862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acción concreta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5943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lo recorremos completo en un cuaderno de Colab, de principio a fin.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tocar datos: la pregunta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231136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375977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de análisis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cuenta como un cliente, una venta, un pedido? Las definiciones ambiguas matan análisis.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83096" y="2231136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37" y="2375977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número que resume el desempeño. Uno solo, medible y sin ambigüedad.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" y="4288536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" y="443337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número solo no dice nada. ¿Contra qué: la meta, el mes pasado, la competencia?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83096" y="4288536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37" y="443337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haremos distinto según el resultado? Si la respuesta es nada, no hay análisis.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02 ·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datos antes de creerles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212848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09" y="2357689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contacto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324612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E1524"/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3246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324612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E1524"/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3246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" y="390448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E1524"/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390448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E1524"/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.shape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800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filas? ¿Qué es cada columna?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falta y qué está duplicado?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1792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10528" y="2212848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357689"/>
            <a:ext cx="313822" cy="31382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69480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31546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Distribuciones, no solo promedios: la trampa del promedio esconde la mitad de la historia.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rápidos para ver antes de calcular.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Anotar cada sorpresa: ahí suelen vivir los hallazgos y los errores.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04 ·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es fácil. Verificar es lo que vale.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892040" cy="3977640"/>
          </a:xfrm>
          <a:prstGeom prst="roundRect">
            <a:avLst>
              <a:gd name="adj" fmla="val 2069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212848"/>
            <a:ext cx="603504" cy="603504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09" y="2357689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0040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que responde la pregunta, en la unidad y la métrica que definiste al inicio.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respuesta cambió de pregunta a mitad de camino, volviste al paso 01 sin darte cuenta.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1920240"/>
            <a:ext cx="5897880" cy="3977640"/>
          </a:xfrm>
          <a:prstGeom prst="roundRect">
            <a:avLst>
              <a:gd name="adj" fmla="val 2069"/>
            </a:avLst>
          </a:prstGeom>
          <a:solidFill>
            <a:srgbClr val="1A2337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07608" y="2212848"/>
            <a:ext cx="603504" cy="603504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449" y="235768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72200" y="3191256"/>
            <a:ext cx="365760" cy="36576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982" y="3279038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2084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¿Cuadra contra una cifra de control?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3813048"/>
            <a:ext cx="365760" cy="36576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982" y="3900830"/>
            <a:ext cx="190195" cy="1901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20840" y="38221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otra explicación para el mismo patrón?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172200" y="4434840"/>
            <a:ext cx="365760" cy="36576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982" y="4522622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20840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¿Sobrevive la conclusión sin el dato extremo?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172200" y="5056632"/>
            <a:ext cx="365760" cy="36576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982" y="5144414"/>
            <a:ext cx="190195" cy="1901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20840" y="50657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¿Otro colega llega al mismo número?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entregable: una recomendación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“Las ventas caen 12% solo en clientes nuevos.”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Implicación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1546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problema es adquisición, no retención.”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49640" y="210312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31546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“Mover presupuesto de retención a captación este trimestre.”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página. </a:t>
            </a:r>
            <a:pPr algn="ctr"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frase que un gerente pueda accionar.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737360"/>
            <a:ext cx="1828800" cy="1828800"/>
          </a:xfrm>
          <a:prstGeom prst="ellipse">
            <a:avLst/>
          </a:prstGeom>
          <a:solidFill>
            <a:srgbClr val="34D399">
              <a:alpha val="1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2176272"/>
            <a:ext cx="950976" cy="9509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16459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no se califica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520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califica el encargo y la verificación.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212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 →  recorrido completo en Colab  ·  abre tu bitácora de prompts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2026-08-26T02:43:54Z</dcterms:created>
  <dcterms:modified xsi:type="dcterms:W3CDTF">2026-08-26T02:43:54Z</dcterms:modified>
</cp:coreProperties>
</file>